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2A"/>
                </a:solidFill>
                <a:latin typeface="Arial"/>
              </a:rPr>
              <a:t>Routing score weights (out of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Historical evidence</c:v>
                  </c:pt>
                  <c:pt idx="1">
                    <c:v>Technical overlap</c:v>
                  </c:pt>
                  <c:pt idx="2">
                    <c:v>Remaining capacity</c:v>
                  </c:pt>
                  <c:pt idx="3">
                    <c:v>On-call coverage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ticket systems know which team owns an issue. ResolveMatch finds which person will fix it fastest, from who actually fixed similar incidents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gap: team routing exists everywhere; individual routing is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principle: the LLM is not the source of truth. Deterministic scoring keeps it explainable and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67.8 and Chris 56.8 come from a real run. The score is a routing score, not a probability. Evidence incident IDs and the previous fix are shown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TrueForge is the runtime, not the database or UI. MCP is the bridge from the agent to our backend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to the hackathon themes: governance, reliability, runtime controls,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come from the stored TrueForge run events during development, not a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 covers the deterministic routing rules, not the language model's reading of tickets. Say that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 screen recording as backup. Do one rehearsal first so Operations has fresh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limits before a judge asks. Jira is a next step,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separation of roles: it is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 HACKATHON  ·  TRUEFOUNDRY × HACKERSQUAD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ResolveMatch 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the problem to the person most likely to solve it.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solve it  ·  why them  ·  what worked last time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Ticketing knows the team. Not the person.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DFF3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Team-level routing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and ownership rules stop at the team. Someone still has to figure out who.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DFF3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Configured skills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tags on a profile go stale and say nothing about who actually fixed it before.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DFF3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423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first hour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bounce between people while the clock runs and the fix history sits unused.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should be inferred from what people actually resolved, not what they list on a profile.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files it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933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the issue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49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resolved incidents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fixed them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1F8A70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081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scores, checks load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06640" y="164592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2A541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17830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interprets. Tools retrieve. Python scores. The human approves.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invents a score, an engineer, or a past incident.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ticket, one recommendation, with the receipts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ingestion failing with CUSTOMER_ID type mismatch after a schema change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 Shah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 / 100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3 matching incidents · on-call · 2 of 6 slots used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Lee  ·  56.8 / 100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029200" y="137160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TrueForge runs the agent, we own the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UI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engineer views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5544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approvals, audit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5544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F8A70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TrueForge agent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tool use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tools (6)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ranking, assign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32320" y="15544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Engineers, incidents, tickets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TrueForge handles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loop, tool calls, iteration limit (12) and run events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pause on assign_ticket, the only write tool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re-checks approval, availability and capacity before it writes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 in production, not just to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gate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assign_ticket pauses in TrueForge; backend needs a matching, unexpired approval.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Unavailable, full or off-team engineers are never proposed. Weak evidence goes to manual review.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+ fallback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automatic retry, then rules-only routing. Still needs human approval.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budget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cap on agent runs; blocked runs are logged.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events, tool latency, token usage, failures on an Operations page.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2303F"/>
          </a:solidFill>
          <a:ln w="12700">
            <a:solidFill>
              <a:srgbClr val="1F4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rank, approve, assign and reassign, under a named actor.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see what the agent did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agent run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read-tool latency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called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7F6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60.9k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across dev runs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page: run time, tool call counts and latency, token usage, retries, fallbacks,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counters show the system blocking or escalating instead of guessing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from our development runs. Token usage is reported; cost is not estimated.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including the failure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F8A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eval cases pass, each run 5× for determinism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backend tests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ticket routes to the right engineer, with the right backup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nonsense ticket goes to manual review, no guess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or at-capacity engineer is skipped, next best promoted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the ticket text is ignored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down: retry, then rules-only fallback, still human-approved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approval assigns nothing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demo, 3 minutes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7472" cy="34747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files the Databricks ticket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347472" cy="34747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tools; evidence and score appear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347472" cy="34747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768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approves; TrueForge pauses, then assigns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347472" cy="34747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5234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opens their profile and sees the ticket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47472" cy="34747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27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reassigns within the team, with a reason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47472" cy="3474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7033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marked unavailable: Chris takes over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347472" cy="3474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1788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TrueForge: fallback still works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limits, clear on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10 engineers, 50 incidents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switcher, not real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matching, not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no multi-provider routing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through the TrueFoundry connector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resolved tickets back into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with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cost tracking, SSO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recommends.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scores.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decides.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ResolveMatch AI: route the problem to the person most likely to solve 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TrueForge, MCP, FastAPI, React and SQLite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ResolveMatch AI</dc:title>
  <dc:subject>PptxGenJS Presentation</dc:subject>
  <dc:creator>PptxGenJS</dc:creator>
  <cp:lastModifiedBy>PptxGenJS</cp:lastModifiedBy>
  <cp:revision>1</cp:revision>
  <dcterms:created xsi:type="dcterms:W3CDTF">2026-09-19T22:08:08Z</dcterms:created>
  <dcterms:modified xsi:type="dcterms:W3CDTF">2026-09-19T22:08:08Z</dcterms:modified>
</cp:coreProperties>
</file>